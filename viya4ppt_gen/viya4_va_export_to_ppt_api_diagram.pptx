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847DD-8F44-40E8-B165-504949E09BC6}" v="10" dt="2023-11-22T09:04:2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95E00-AB59-49FB-D6F1-20D8D94E2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2A1AD6-A71D-B258-A45E-1350AC2B4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A7660-706A-3B66-33E7-A5ED68E8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104A5C-34C8-FDDB-7840-2AA51FA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FC72BE-3017-9F4F-98CF-7C2178AB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9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E20A0-4D57-FB3F-7F56-820D691B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0CCE0C-AF4A-F889-E55D-8796ABFAD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E65973-4BCA-BDE3-D97D-B43BBB05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5DF715-5062-944A-B166-0CC1C6CA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B7D4D9-682B-AE50-A3B6-9A257986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79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5B907-2185-3247-3F68-BD983697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C04EA7-04D8-3580-6C3C-C69A32518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448C03-7E69-B0EA-4E29-4B2A31BE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E5DFE6-65B4-5B98-2EFB-923AB545F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A33BB1-6168-2448-0EA6-FC2CEDD3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0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CA6E8-8817-718A-999A-AC0ECA9C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5863E4-6D86-0642-01F8-8482A19ED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F57219-A502-3203-D364-E3A227C32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CE3C4F-440D-2B16-5287-250DAC18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39496C-32B3-4A0F-1C21-DBBF047F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26036B-076F-2F3F-6A62-A8417AEB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0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4F6BC-50E8-70A6-FE74-05219322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FD8A11-DAA0-CFED-BDBC-CD13C380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448567-2B31-F6DC-7B8F-4DFD5C5F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2ED9DC-F0ED-9C4C-89CD-F0AAE20E8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C69F1D-A61D-AD15-D3A6-E69E496C2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4E2766A-DD68-1DEF-79A8-6EBBB7AC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006398-3F20-77E1-0F7C-0EC95F7E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62C9FC-2786-A1EE-F223-40E2EB77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91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3D3F7-13E4-DCCF-7804-2C65A5329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606BCE-4672-BEBD-40E2-8EEE0CB7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B0ACD1-842D-1F6B-7F08-21EDD255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B08A1A-2828-C39F-1101-C016D89A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80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DE5524-7325-56E6-DD87-158A3574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93A8ED-B20A-CF99-F5D4-7ECEBAB2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B2BD01-5C22-6BD2-494E-2A094334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92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D8DF8-50DB-5722-4AEC-B32D66E3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B35304-4B4E-8547-E339-D31B4F69A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C7F8DA-C4E2-321F-25E3-089C61C1E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93390F-1CEE-F4F2-A360-D593CC32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B71EE8-213F-C168-E3D0-D40F2001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B0770A-CCAC-FA3B-1A43-57D3BA3B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21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E3B1F-3AAA-6BA0-B855-BE1CA3C2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971BA4-F650-36A9-EAB4-5B132890E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6E8513-58D9-8FAE-334C-AC6A40BB4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EFA01A-A542-C1C8-ACDE-3865B717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F24863-2E86-0ADD-0F09-F4E8CA9C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53BCD1-7EFF-FF34-93E8-0203EA64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41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1631E-F2FC-24DC-C308-17C7043B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54F7BF-C340-F095-BC7E-435DEBF70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0D361-CD3C-264E-8B93-0758CB6A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78C2B4-182A-678D-D72E-3882A3CC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94BA72-5BC8-83C9-0A1E-3DF28CD7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59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55FD656-8FB9-24A5-96FB-FF536FE1A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11FD4D-320E-EEDE-77B8-F1427692B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BBDC9F-13DC-8781-6339-A5D0127C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8631BF-2A77-53B0-3C50-62F85591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598CD1-83F6-84E5-93CA-CB0A550C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73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6967CB6-EBB7-1C1A-9BE7-67A1203B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6F87DD-9F32-7693-2442-482C3EF7F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2CF501-E957-7509-6DD1-34AE8CDC5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1A959-488E-4581-972A-330BB16DA282}" type="datetimeFigureOut">
              <a:rPr lang="fr-FR" smtClean="0"/>
              <a:t>04/08/2026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D6892-7E73-B9FF-051C-99AE55A17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C0984D-FDA2-0F45-47CD-65B00A1BB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6EA17-138D-4D40-AD4A-E6669204BB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19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130F16-DB9D-2822-D44E-3332220CE0CC}"/>
              </a:ext>
            </a:extLst>
          </p:cNvPr>
          <p:cNvSpPr/>
          <p:nvPr/>
        </p:nvSpPr>
        <p:spPr>
          <a:xfrm>
            <a:off x="5520268" y="2513659"/>
            <a:ext cx="4085371" cy="334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genPPTfromLastSavedVAReport.sas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F6EB8F0-915E-0FEB-A9EB-E9197B714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517" y="993814"/>
            <a:ext cx="1528319" cy="7375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Graphique 9" descr="Employée de bureau contour">
            <a:extLst>
              <a:ext uri="{FF2B5EF4-FFF2-40B4-BE49-F238E27FC236}">
                <a16:creationId xmlns:a16="http://schemas.microsoft.com/office/drawing/2014/main" id="{E9689F10-C420-6280-CA28-7221D1420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229" y="905395"/>
            <a:ext cx="914400" cy="914400"/>
          </a:xfrm>
          <a:prstGeom prst="rect">
            <a:avLst/>
          </a:prstGeom>
        </p:spPr>
      </p:pic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4455CF4B-B722-9345-D4A9-A9F11CA2522A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1264629" y="1362595"/>
            <a:ext cx="2918888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025844-1113-440E-4942-C793EB04C851}"/>
              </a:ext>
            </a:extLst>
          </p:cNvPr>
          <p:cNvSpPr/>
          <p:nvPr/>
        </p:nvSpPr>
        <p:spPr>
          <a:xfrm>
            <a:off x="3744545" y="685064"/>
            <a:ext cx="8318762" cy="5913009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SAS Viya server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FCD6470-E94F-323B-C6A2-3BDC0711B36A}"/>
              </a:ext>
            </a:extLst>
          </p:cNvPr>
          <p:cNvSpPr txBox="1"/>
          <p:nvPr/>
        </p:nvSpPr>
        <p:spPr>
          <a:xfrm>
            <a:off x="3900332" y="1744076"/>
            <a:ext cx="228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Visual Analytics report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3B9FA3E-49FA-2809-D44B-7E937B30D258}"/>
              </a:ext>
            </a:extLst>
          </p:cNvPr>
          <p:cNvSpPr txBox="1"/>
          <p:nvPr/>
        </p:nvSpPr>
        <p:spPr>
          <a:xfrm>
            <a:off x="1699199" y="1375295"/>
            <a:ext cx="1911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Save </a:t>
            </a:r>
            <a:r>
              <a:rPr lang="fr-FR" sz="1200" dirty="0" err="1"/>
              <a:t>his</a:t>
            </a:r>
            <a:r>
              <a:rPr lang="fr-FR" sz="1200" dirty="0"/>
              <a:t> </a:t>
            </a:r>
            <a:r>
              <a:rPr lang="fr-FR" sz="1200" dirty="0" err="1"/>
              <a:t>own</a:t>
            </a:r>
            <a:r>
              <a:rPr lang="fr-FR" sz="1200" dirty="0"/>
              <a:t> copy of report</a:t>
            </a:r>
          </a:p>
        </p:txBody>
      </p: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12A67321-C810-8910-32A7-BDAF31C73462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1264629" y="1362595"/>
            <a:ext cx="4255639" cy="1318179"/>
          </a:xfrm>
          <a:prstGeom prst="bentConnector3">
            <a:avLst>
              <a:gd name="adj1" fmla="val 47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583F24C-9C22-2325-0785-A55D91F77F0E}"/>
              </a:ext>
            </a:extLst>
          </p:cNvPr>
          <p:cNvSpPr txBox="1"/>
          <p:nvPr/>
        </p:nvSpPr>
        <p:spPr>
          <a:xfrm>
            <a:off x="1554787" y="2680773"/>
            <a:ext cx="2171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Call the job (unique url for all </a:t>
            </a:r>
            <a:r>
              <a:rPr lang="fr-FR" sz="1200" dirty="0" err="1"/>
              <a:t>users</a:t>
            </a:r>
            <a:r>
              <a:rPr lang="fr-FR" sz="1200" dirty="0"/>
              <a:t>) </a:t>
            </a:r>
            <a:r>
              <a:rPr lang="fr-FR" sz="1200" dirty="0" err="1"/>
              <a:t>from</a:t>
            </a:r>
            <a:r>
              <a:rPr lang="fr-FR" sz="1200" dirty="0"/>
              <a:t> </a:t>
            </a:r>
            <a:r>
              <a:rPr lang="fr-FR" sz="1200" dirty="0" err="1"/>
              <a:t>any</a:t>
            </a:r>
            <a:r>
              <a:rPr lang="fr-FR" sz="1200" dirty="0"/>
              <a:t> application (ex : </a:t>
            </a:r>
            <a:r>
              <a:rPr lang="fr-FR" sz="1200" dirty="0" err="1"/>
              <a:t>visual</a:t>
            </a:r>
            <a:r>
              <a:rPr lang="fr-FR" sz="1200" dirty="0"/>
              <a:t> </a:t>
            </a:r>
            <a:r>
              <a:rPr lang="fr-FR" sz="1200" dirty="0" err="1"/>
              <a:t>analytics</a:t>
            </a:r>
            <a:r>
              <a:rPr lang="fr-FR" sz="1200" dirty="0"/>
              <a:t> report </a:t>
            </a:r>
            <a:r>
              <a:rPr lang="fr-FR" sz="1200" dirty="0" err="1"/>
              <a:t>specific</a:t>
            </a:r>
            <a:r>
              <a:rPr lang="fr-FR" sz="1200" dirty="0"/>
              <a:t> section)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808F9F0-4429-6A5D-75AD-39947B700F71}"/>
              </a:ext>
            </a:extLst>
          </p:cNvPr>
          <p:cNvSpPr/>
          <p:nvPr/>
        </p:nvSpPr>
        <p:spPr>
          <a:xfrm>
            <a:off x="2372247" y="1636269"/>
            <a:ext cx="453814" cy="433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A4CC6CA-0EF1-12AC-578A-FAAC808F21E0}"/>
              </a:ext>
            </a:extLst>
          </p:cNvPr>
          <p:cNvSpPr/>
          <p:nvPr/>
        </p:nvSpPr>
        <p:spPr>
          <a:xfrm>
            <a:off x="2372247" y="3548972"/>
            <a:ext cx="453814" cy="433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B0DB252-A309-34F3-AC7E-21349FBDC53B}"/>
              </a:ext>
            </a:extLst>
          </p:cNvPr>
          <p:cNvSpPr txBox="1"/>
          <p:nvPr/>
        </p:nvSpPr>
        <p:spPr>
          <a:xfrm>
            <a:off x="8502333" y="1513243"/>
            <a:ext cx="2088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Detect</a:t>
            </a:r>
            <a:r>
              <a:rPr lang="fr-FR" sz="1200" dirty="0"/>
              <a:t> last </a:t>
            </a:r>
            <a:r>
              <a:rPr lang="fr-FR" sz="1200" dirty="0" err="1"/>
              <a:t>saved</a:t>
            </a:r>
            <a:r>
              <a:rPr lang="fr-FR" sz="1200" dirty="0"/>
              <a:t> reports in the </a:t>
            </a:r>
            <a:r>
              <a:rPr lang="fr-FR" sz="1200" dirty="0" err="1"/>
              <a:t>current</a:t>
            </a:r>
            <a:r>
              <a:rPr lang="fr-FR" sz="1200" dirty="0"/>
              <a:t> </a:t>
            </a:r>
            <a:r>
              <a:rPr lang="fr-FR" sz="1200" dirty="0" err="1"/>
              <a:t>day</a:t>
            </a:r>
            <a:r>
              <a:rPr lang="fr-FR" sz="1200" dirty="0"/>
              <a:t> and </a:t>
            </a:r>
            <a:r>
              <a:rPr lang="fr-FR" sz="1200" dirty="0" err="1"/>
              <a:t>generate</a:t>
            </a:r>
            <a:r>
              <a:rPr lang="fr-FR" sz="1200" dirty="0"/>
              <a:t> PNG and PPT file in the home directory of the user</a:t>
            </a:r>
          </a:p>
        </p:txBody>
      </p: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D2CE528F-87D8-8292-72ED-44F9BFCDF94D}"/>
              </a:ext>
            </a:extLst>
          </p:cNvPr>
          <p:cNvCxnSpPr>
            <a:cxnSpLocks/>
            <a:stCxn id="4" idx="3"/>
            <a:endCxn id="35" idx="0"/>
          </p:cNvCxnSpPr>
          <p:nvPr/>
        </p:nvCxnSpPr>
        <p:spPr>
          <a:xfrm>
            <a:off x="9605639" y="2680774"/>
            <a:ext cx="1116559" cy="26612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6FA124B-E53F-C727-F954-A29141153D78}"/>
              </a:ext>
            </a:extLst>
          </p:cNvPr>
          <p:cNvSpPr/>
          <p:nvPr/>
        </p:nvSpPr>
        <p:spPr>
          <a:xfrm>
            <a:off x="9475870" y="5342037"/>
            <a:ext cx="2492655" cy="1058563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User home directory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2543C1B-9A7C-5EA6-4A55-A50DA4721744}"/>
              </a:ext>
            </a:extLst>
          </p:cNvPr>
          <p:cNvSpPr/>
          <p:nvPr/>
        </p:nvSpPr>
        <p:spPr>
          <a:xfrm>
            <a:off x="9934674" y="2212203"/>
            <a:ext cx="453814" cy="433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D4576F1-E548-1831-FE25-FE6BDF5B5A0B}"/>
              </a:ext>
            </a:extLst>
          </p:cNvPr>
          <p:cNvSpPr txBox="1"/>
          <p:nvPr/>
        </p:nvSpPr>
        <p:spPr>
          <a:xfrm>
            <a:off x="5448032" y="2212604"/>
            <a:ext cx="181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allowXCMD</a:t>
            </a:r>
            <a:r>
              <a:rPr lang="fr-FR" dirty="0"/>
              <a:t>=false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3E8CEF31-8CE7-119C-CE0C-9CFCB0FE13F5}"/>
              </a:ext>
            </a:extLst>
          </p:cNvPr>
          <p:cNvSpPr txBox="1"/>
          <p:nvPr/>
        </p:nvSpPr>
        <p:spPr>
          <a:xfrm>
            <a:off x="316858" y="171984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End-user</a:t>
            </a:r>
          </a:p>
        </p:txBody>
      </p:sp>
      <p:sp>
        <p:nvSpPr>
          <p:cNvPr id="62" name="Organigramme : Multidocument 61">
            <a:extLst>
              <a:ext uri="{FF2B5EF4-FFF2-40B4-BE49-F238E27FC236}">
                <a16:creationId xmlns:a16="http://schemas.microsoft.com/office/drawing/2014/main" id="{44A0F1EB-749F-02F5-B82C-98A28886F9D7}"/>
              </a:ext>
            </a:extLst>
          </p:cNvPr>
          <p:cNvSpPr/>
          <p:nvPr/>
        </p:nvSpPr>
        <p:spPr>
          <a:xfrm>
            <a:off x="10517842" y="5840849"/>
            <a:ext cx="533512" cy="43899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E257AD0C-D699-A755-2705-92C0E908CF1D}"/>
              </a:ext>
            </a:extLst>
          </p:cNvPr>
          <p:cNvSpPr txBox="1"/>
          <p:nvPr/>
        </p:nvSpPr>
        <p:spPr>
          <a:xfrm>
            <a:off x="9493866" y="5842526"/>
            <a:ext cx="1005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.pptx file</a:t>
            </a:r>
          </a:p>
        </p:txBody>
      </p:sp>
      <p:cxnSp>
        <p:nvCxnSpPr>
          <p:cNvPr id="77" name="Connecteur : en angle 76">
            <a:extLst>
              <a:ext uri="{FF2B5EF4-FFF2-40B4-BE49-F238E27FC236}">
                <a16:creationId xmlns:a16="http://schemas.microsoft.com/office/drawing/2014/main" id="{91134596-EE4A-6C02-5D16-73F1BB7D35DA}"/>
              </a:ext>
            </a:extLst>
          </p:cNvPr>
          <p:cNvCxnSpPr>
            <a:cxnSpLocks/>
            <a:stCxn id="35" idx="1"/>
            <a:endCxn id="48" idx="2"/>
          </p:cNvCxnSpPr>
          <p:nvPr/>
        </p:nvCxnSpPr>
        <p:spPr>
          <a:xfrm rot="10800000">
            <a:off x="825972" y="2089173"/>
            <a:ext cx="8649898" cy="3782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e 77">
            <a:extLst>
              <a:ext uri="{FF2B5EF4-FFF2-40B4-BE49-F238E27FC236}">
                <a16:creationId xmlns:a16="http://schemas.microsoft.com/office/drawing/2014/main" id="{FFD42CF2-9097-FDD7-7A93-9BABA5A0D6FD}"/>
              </a:ext>
            </a:extLst>
          </p:cNvPr>
          <p:cNvSpPr/>
          <p:nvPr/>
        </p:nvSpPr>
        <p:spPr>
          <a:xfrm>
            <a:off x="1934955" y="5924831"/>
            <a:ext cx="453814" cy="433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fr-FR" dirty="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3A6E6323-6ACE-67D0-C638-36F5D7ED4F2D}"/>
              </a:ext>
            </a:extLst>
          </p:cNvPr>
          <p:cNvSpPr txBox="1"/>
          <p:nvPr/>
        </p:nvSpPr>
        <p:spPr>
          <a:xfrm>
            <a:off x="969534" y="5409655"/>
            <a:ext cx="245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Download the </a:t>
            </a:r>
            <a:r>
              <a:rPr lang="fr-FR" sz="1200" dirty="0" err="1"/>
              <a:t>exported</a:t>
            </a:r>
            <a:r>
              <a:rPr lang="fr-FR" sz="1200" dirty="0"/>
              <a:t> </a:t>
            </a:r>
            <a:r>
              <a:rPr lang="fr-FR" sz="1200" dirty="0" err="1"/>
              <a:t>powerpoint</a:t>
            </a:r>
            <a:r>
              <a:rPr lang="fr-FR" sz="1200" dirty="0"/>
              <a:t> </a:t>
            </a:r>
            <a:r>
              <a:rPr lang="fr-FR" sz="1200" dirty="0" err="1"/>
              <a:t>from</a:t>
            </a:r>
            <a:r>
              <a:rPr lang="fr-FR" sz="1200" dirty="0"/>
              <a:t> sas drive</a:t>
            </a:r>
          </a:p>
        </p:txBody>
      </p:sp>
    </p:spTree>
    <p:extLst>
      <p:ext uri="{BB962C8B-B14F-4D97-AF65-F5344CB8AC3E}">
        <p14:creationId xmlns:p14="http://schemas.microsoft.com/office/powerpoint/2010/main" val="28605938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1c8c91a-c872-4000-818b-3383c70fafcf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Sebastien Poussart</dc:creator>
  <cp:lastModifiedBy>Sebastien Poussart</cp:lastModifiedBy>
  <cp:revision>2</cp:revision>
  <dcterms:created xsi:type="dcterms:W3CDTF">2023-11-22T08:34:18Z</dcterms:created>
  <dcterms:modified xsi:type="dcterms:W3CDTF">2026-08-04T13:05:03Z</dcterms:modified>
</cp:coreProperties>
</file>